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14100D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10908792" cy="5577840"/>
          </a:xfrm>
          <a:prstGeom prst="rect">
            <a:avLst/>
          </a:prstGeom>
          <a:solidFill>
            <a:srgbClr val="1A1410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ALCHEMICAL INTELLIGENCE • MOLECULAR ARTISTRY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OLFACTORY 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Living Digital Fragrance Atelier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Machine Learning, 8D Vector Olfaction &amp; Multisensory Luxury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43891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61E18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8D Vector 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43891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61E18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Algorithmic Layering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43891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61E18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Weather Adaptation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43891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61E18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Kannauj Heritage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521208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D70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PRESENTATION &amp; PRODUCT SHOWCASE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INDUSTRY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Dilemma in Modern Perfumery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4290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34290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PERFUME BUYERS REGRET BLIND PURCHASES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 Blind Buying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Fragrances are inherently invisible online. Consumers waste hundreds of dollars purchasing expensive bottles based on marketing descriptions that rarely match real skin chemistry.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4290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37360"/>
            <a:ext cx="3429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0116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WANT TO LAYER SCENTS BUT LACK CONFIDENCE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"Layering" Mystery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Combining fragrances (fragrance layering) is the ultimate haute-perfumerie trend, but consumers fear creating clashing, nauseating chemical combinations with zero guidance.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737360"/>
            <a:ext cx="34290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737360"/>
            <a:ext cx="34290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0116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3.5x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22960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EVAPORATION RATE DIFFERENCE IN VARYING WEATHER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Ignoring Environmental Context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39319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Perfume evaporates dramatically differently in hot humidity vs dry cold. Traditional retail treats fragrances as static liquids rather than living chemical reactions.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BREAKTHROUGH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Olfactory AI?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Digital Fragrance Atelier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Olfactory AI transforms fragrance from a guesswork retail product into an interactive, mathematically modeled sensory science.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 marrying machine learning, chemistry-based volatility curves, and sensory aesthetics, it allows users to formulate, explore, and predict scents with precision.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754880"/>
            <a:ext cx="4572000" cy="1005840"/>
          </a:xfrm>
          <a:prstGeom prst="rect">
            <a:avLst/>
          </a:prstGeom>
          <a:solidFill>
            <a:srgbClr val="18131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846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VALUE PROPOSITION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5120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 harmony, master bespoke layering, and match fragrances to live weather and mood—instantly.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303520" cy="132588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8-Dimensional Molecular Mapping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2402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fragrance is vectorized across 8 chemical sensory vectors to calculate exact chord overlap and contrast.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246120"/>
            <a:ext cx="5303520" cy="132588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Harmony Index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37490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Calculates 0-100% compatibility scores, identifying bridge notes, tension chords, and volatility stabilization.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4754880"/>
            <a:ext cx="5303520" cy="132588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892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4892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Headspace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52578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Dynamically predicts the 12-hour drydown curve based on real-time ambient heat, humidity, and time of day.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MATHEMATICAL SCENT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8-Dimensional Olfactory Vector Matrix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659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Citrus &amp; Fresh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Bergamot, Neroli, Yuzu, Mandarin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173736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965960"/>
            <a:ext cx="182880" cy="18288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Floral Bloom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Damask Rose, Jasmine Sambac, Iris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337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965960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 &amp; Resinous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Oud, Mysore Sandalwood, Cedar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337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823960" y="173736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96596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Amber &amp; Oriental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05256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Benzoin, Labdanum, Vanilla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0" y="3337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397764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206240"/>
            <a:ext cx="182880" cy="1828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Spicy &amp; Warm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6177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4846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Saffron, Cardamom, Black Pepper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5577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29000" y="397764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4206240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Gourmand Sweet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0" y="46177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0" y="4846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Tonka Bean, Cocoa, Roasted Coffee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5577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397764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420624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Aquatic &amp; Ozonic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46177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55080" y="4846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 Salt, Marine Breeze, Calone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5577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823960" y="3977640"/>
            <a:ext cx="2560320" cy="205740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52560" y="42062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932688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Earthy &amp; Green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52560" y="46177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NOTES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052560" y="4846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Ruh Khus (Vetiver), Oakmoss, Petrichor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052560" y="5577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RANGE: 0.0 - 1.0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ALCHEMICAL CHEMISTRY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Harmony &amp; Layering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ALGORITHM CALCULATES HARMONY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Cosine Distance &amp; Chord Tension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Analyzes the angular distance between 8D vectors. High overlap creates a mono-chord; balanced contrast creates rich olfactory depth.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Volatility Rate Matching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Checks that light volatile molecules (top citrus) have an anchor fixative (amber/oud) to prevent uneven evaporation.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Olfactory Clashing Prevention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Flags high-friction combinations (e.g. intense aquatic marine + dense smoky animalic leather).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029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Bridge Note Recommendation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5303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Identifies bridging notes (like Saffron or Iris) to fuse disparate fragrances seamlessly.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4937760" cy="4389120"/>
          </a:xfrm>
          <a:prstGeom prst="rect">
            <a:avLst/>
          </a:prstGeom>
          <a:solidFill>
            <a:srgbClr val="1C1612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 STUDY: THE ROYAL ACCORD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Kannauj Royal Oud + Damask Rose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389120" cy="731520"/>
          </a:xfrm>
          <a:prstGeom prst="roundRect">
            <a:avLst>
              <a:gd name="adj" fmla="val 12500"/>
            </a:avLst>
          </a:prstGeom>
          <a:solidFill>
            <a:srgbClr val="2A1E1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063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HARMONY SCORE: 94% • HARMONIC CHORD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374904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works: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Base Fixation: Deep smoked agarwood anchors delicate rose petals.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Volatility Envelope: Rose blooms at T+15m; Oud develops fully at T+2h.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Application Method: 2 sprays Oud on chest, 1 mist Rose on collarbones.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Result: Timeless imperial sillage with 10+ hours longevity.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CONTEXTUAL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Climate &amp; Evaporation Dynamics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429000" cy="237744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SUMMER / TROPICS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Heat (32°C+)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Rapid Evaporation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 notes flash off in minutes. Heavy gourmands can become suffocating. Algorithm boosts crisp Vetiver &amp; citrus recommendations.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429000" cy="237744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MONSOON / COASTAL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Humidity (70%+)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Amplified Projection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Moisture in air traps aroma chemicals, creating huge sillage. Algorithm advises reducing spray count by 40%.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429000" cy="237744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AUTUMN / WINTER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8388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 Cold (&lt;15°C)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25146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Suppressed Volatility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28346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Molecules struggle to evaporate. Deep ambers, spices, and resinous woods shine, creating a warm, comforting bubble.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10652760" cy="1828800"/>
          </a:xfrm>
          <a:prstGeom prst="rect">
            <a:avLst/>
          </a:prstGeom>
          <a:solidFill>
            <a:srgbClr val="1A1410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34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PERFUMER'S EVAPORATION TIMELINE (HEADSPACE DYNAMICS)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+ 0m (Flash)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074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Volatile Top Notes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5303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Citrus, aldehyde, green burst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324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+ 15m (Bloom)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5074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Heart Accord Arises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3240" y="5303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Jasmine, Damask rose, spices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+ 2h (Full Chord)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5074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True Body Emerges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5303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harmony of layer synergy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+ 6h (Fixation)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5074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Resonance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78040" y="5303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Sandalwood, amber, oud 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+ 12h+ (Drydown)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35440" y="5074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Skin Shadow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35440" y="5303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Subtle musks and resin trace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CULTURAL DEPTH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Heritage Perfumery Meets Artificial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ANCIENT KANNAUJ &amp; HYDRO-DISTILLATION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Perfume Capital of India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over 1,000 years, master distillers in Kannauj have practiced Deg-Bhapka—distilling fresh blossoms and riverbed clay in copper cauldrons over wood fires into pure sandalwood oil receivers.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Olfactory AI encodes these ancient formulas into its vector database, preserving rare botanical traditions that synthetic Western commercial perfumery has forgotten.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4937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A1E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0109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Deg-Bhapka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4937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A1E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50109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Mitti Attar (Baked Earth)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544068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A1E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5138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Ruh Khus (Wild Vetiver)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544068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A1E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55138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Shamamatul Amber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516636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MODERN AI-POWERED DISCOVERY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Digital Atelier Capabilities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Vault &amp; Wardrobe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0906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Catalog owned perfumes and track usage telemetry.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Perfume Scanner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8679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 perfume bottles to extract note pyramids and compatibility in real time.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Olfactory DNA Portrait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645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Generates personal sensory fingerprint and tailored archetypes.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Multisensory Atmosphere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422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Bespoke ambient acoustics and soundscapes engineered for each scent family.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Technical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4290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+ TypeScript + Vite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743200"/>
            <a:ext cx="297180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97180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High-precision UI with Tailwind CSS v4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74904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Smooth kinetic interactions powered by Motion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452628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80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Responsive physical brass instruments &amp; dials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530352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Bespoke Lucide-based botanical glyph design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737360"/>
            <a:ext cx="34290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INTELLIGENCE &amp; AUDIO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8D Vector Engine + Web Audio API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297180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97180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Cosine similarity vector calculation algorithms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74904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 engine normalizing weather, season &amp; mood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52628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480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Synthesized procedural ambient soundscapes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530352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Volatility envelope prediction engine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1737360"/>
            <a:ext cx="342900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&amp; APPLICATION BACKEND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8388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Express.js + SQLite / sql.js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83880" y="2743200"/>
            <a:ext cx="297180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297180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 in-memory SQL database with pre-clustered centroids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83880" y="374904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RESTful endpoints for fragrances, layering &amp; telemetry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3880" y="452628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4480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behavioral telemetry &amp; gamification tracking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83880" y="530352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836676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Zero-latency sub-millisecond chord scoring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Interactive Atelier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0652760" cy="749808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The Atelier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0" y="19019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Choose an environment: The Atelier (Ivory), The Archive (Parchment), or The Chamber (Obsidian). Experience family-specific acoustic audio.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10652760" cy="749808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2807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the Climate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7706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reads live local weather (temp, humidity, time) to calibrate projection and evaporation expectations.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52760" cy="749808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20240" y="36758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&amp; Layer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6393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2 fragrances in the Laboratory. Watch the 8D Chord Instrument calculate the Harmony Index in real-time.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0652760" cy="749808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80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4544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Evaporation Simulation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45079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Scrub through the 12-hour timeline to see when Top notes flash, Heart florals bloom, and Base fixatives anchor.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10652760" cy="749808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49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5413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to Vault &amp; Grow DNA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537667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Bookmark beloved layering accords to the personal Vault and earn rank XP from Novice to Master Perfumer.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 &amp;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Impact &amp; The Future of Olfaction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2700">
            <a:solidFill>
              <a:srgbClr val="3D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6217920" cy="4389120"/>
          </a:xfrm>
          <a:prstGeom prst="rect">
            <a:avLst/>
          </a:prstGeom>
          <a:solidFill>
            <a:srgbClr val="221B16"/>
          </a:solidFill>
          <a:ln w="12700">
            <a:solidFill>
              <a:srgbClr val="3D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PROJECT TAKEAWAYS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Demystifying Fragrance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Transforms perfume exploration from subjective marketing jargon into accessible, visual, science-backed exploration.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31927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Pioneering Alchemical Machine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5935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Shows how vector distance models and chemical volatility can enrich high-luxury lifestyle apps.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1538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Cultural Preservation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48970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Bridges centuries-old Indian artisanal perfumery (Kannauj Deg-Bhapka) with contemporary modern software.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11149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Complete Multisensory 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538581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Integrates adaptive acoustic soundscapes, tactile physical instruments, and fluid visual art direction.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737360"/>
            <a:ext cx="4160520" cy="4389120"/>
          </a:xfrm>
          <a:prstGeom prst="rect">
            <a:avLst/>
          </a:prstGeom>
          <a:solidFill>
            <a:srgbClr val="1A141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377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98080" y="29260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Olfactory AI is ready for live demonstration.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3566160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 &amp; Discussion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Experience the live digital atelier: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Live 8D Vector Visualizer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Interactive Evaporation Timeline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Harmonic Chord Laboratory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5577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E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OLFACTORY AI •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Olfactory AI Atelier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Olfactory AI - Project Presentation</dc:title>
  <dc:subject>PptxGenJS Presentation</dc:subject>
  <dc:creator>Olfactory AI Team</dc:creator>
  <cp:lastModifiedBy>Olfactory AI Team</cp:lastModifiedBy>
  <cp:revision>1</cp:revision>
  <dcterms:created xsi:type="dcterms:W3CDTF">2026-09-22T10:39:29Z</dcterms:created>
  <dcterms:modified xsi:type="dcterms:W3CDTF">2026-09-22T10:39:29Z</dcterms:modified>
</cp:coreProperties>
</file>